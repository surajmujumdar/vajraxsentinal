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🛡️ VAJRA THREAT INTELLIGENCE PLATFORM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Autonomous Ransomware Defense &amp; Enterprise Risk Scoring</a:t>
            </a:r>
          </a:p>
          <a:p>
            <a:br/>
            <a:pPr algn="ctr">
              <a:defRPr sz="1400">
                <a:solidFill>
                  <a:srgbClr val="9CA3AF"/>
                </a:solidFill>
              </a:defRPr>
            </a:pPr>
            <a:r>
              <a:t>Real-Time Telemetry Pipeline • Multi-Domain Perimeter Audit • Automated Executive PDF Briefings</a:t>
            </a:r>
          </a:p>
          <a:p>
            <a:br/>
            <a:pPr algn="ctr">
              <a:defRPr sz="1200">
                <a:solidFill>
                  <a:srgbClr val="3B82F6"/>
                </a:solidFill>
              </a:defRPr>
            </a:pPr>
            <a:r>
              <a:t>Prepared for CISO &amp; Executive Cybersecurity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EXECUTIVE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Escalating Global Ransomware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1,200+ DAILY ATTACKS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High-Frequency Exploitation</a:t>
            </a:r>
            <a:br/>
            <a:br/>
            <a:r>
              <a:t>Cybercriminal syndicates execute non-stop automated attacks targeting enterprise API endpoints and unpatched subdomains.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DOUBLE EXTORTION (RaaS)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Data Exfiltration Prior to Encryption</a:t>
            </a:r>
            <a:br/>
            <a:br/>
            <a:r>
              <a:t>Groups like LockBit, BlackCat/ALPHV, and Cl0p steal sensitive enterprise IP before deploying locking ransomware.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$1.85M AVERAGE DOWNTIME COST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Critical Business Disruption</a:t>
            </a:r>
            <a:br/>
            <a:br/>
            <a:r>
              <a:t>Excludes reputational damage, legal compliance fines, and supply chain SLA breach penalties.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 Parallel Telemetry Feeds Integrated into VAJRA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📡 INTEGRATED THREAT SOURCES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NIST NVD API v2.0 (Live CVE &amp; CVSS v3 Scores)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2. Ransomware.live API (RaaS Victim Monitoring)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3. AlienVault OTX (Open Threat Exchange Pulses)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4. Live TLS Socket Inspection (Certifi CA Trust)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5. ICANN RDAP WHOIS (Domain Age &amp; Registrar)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6. Google Public DNS REST API (DNS Records)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7. AbuseIPDB API (Abuse Confidence Scoring)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8. URLScan.io API (Malicious Script Scanning)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9. VirusTotal API v3 (Multi-Antivirus Reputation)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⚙️ VAJRA PARALLEL ANALYSIS PIPELINE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• Real-Time Asynchronous Ingestion (Python Asyncio/HTTPX)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• Unified 0-100 Security Risk Score Normalization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• High/Critical Severity Alert Dispatching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• 5-Tab Deep Domain Inspection Component Rendering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• One-Click Automated PDF Executive Report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FEATURE FOCUS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Ransomware Intelligence &amp; Real-Time Victim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☣️ LIVE RANSOMWARE VICTIM RADAR</a:t>
            </a:r>
          </a:p>
          <a:p>
            <a:pPr>
              <a:defRPr sz="1300" b="0">
                <a:solidFill>
                  <a:srgbClr val="9CA3AF"/>
                </a:solidFill>
              </a:defRPr>
            </a:pPr>
            <a:br/>
            <a:r>
              <a:t>• Dark Web Leak Monitoring: Monitors RaaS victim leak sites in real-time to alert security teams immediately when supply chain partners or targeted sectors appear.</a:t>
            </a:r>
          </a:p>
          <a:p>
            <a:pPr>
              <a:defRPr sz="1300" b="0">
                <a:solidFill>
                  <a:srgbClr val="9CA3AF"/>
                </a:solidFill>
              </a:defRPr>
            </a:pPr>
            <a:br/>
            <a:r>
              <a:t>• Active Syndicate Profiling: Tracks TTPs, target demographics, and attack frequency for groups like LockBit 3.0, BlackCat/ALPHV, Cl0p, Akira, and Play.</a:t>
            </a:r>
          </a:p>
          <a:p>
            <a:pPr>
              <a:defRPr sz="1300" b="0">
                <a:solidFill>
                  <a:srgbClr val="9CA3AF"/>
                </a:solidFill>
              </a:defRPr>
            </a:pPr>
            <a:br/>
            <a:r>
              <a:t>• Early Warning Sector Radar: Aggregates incident counts across Healthcare, Aviation, Finance, and Government to adjust defensive posture proactively.</a:t>
            </a:r>
          </a:p>
          <a:p>
            <a:pPr>
              <a:defRPr sz="1300" b="0">
                <a:solidFill>
                  <a:srgbClr val="9CA3AF"/>
                </a:solidFill>
              </a:defRPr>
            </a:pPr>
            <a:br/>
            <a:r>
              <a:t>• Instant PDF Export: Generates publication-ready Ransomware Intelligence Reports for CISO briefings and board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FEATURE FOCUS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0-100 Risk Score &amp; 5-Tab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🧮 RISK SCORE ALGORITHM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• Baseline Score: Starts at 100</a:t>
            </a:r>
            <a:br/>
            <a:r>
              <a:t>• Expired TLS Certificate: -30 points</a:t>
            </a:r>
            <a:br/>
            <a:r>
              <a:t>• AbuseIPDB Score &gt; 50%: Score capped ≤50</a:t>
            </a:r>
            <a:br/>
            <a:r>
              <a:t>• URLScan Malicious Tag: Score capped ≤45</a:t>
            </a:r>
            <a:br/>
            <a:r>
              <a:t>• NVD Critical CVEs: Score penalized by CVSS v3 ratings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🔍 5-TAB DEEP DOMAIN INSPECTION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1. Overview &amp; IPs: Resolved IP addresses, Geolocation, ISP, Domain Age (days)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2. Domain Threats: Detected threats, severity breakdown, confidence ratings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3. Vulnerabilities: NVD CVE vulnerability list with direct NIST NVD links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4. SSL / TLS Verification: Live TLS handshake, CA trust chain, expiration countdown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5. DNS &amp; Feeds: A / MX / TXT DNS records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ENTERPRISE USE CASE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Aviation &amp; Transportation Security (e.g., IndiGo Airlines)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✈️ PROTECTING CRITICAL PASSENGER &amp; BOOKING INFRASTRUCTURE</a:t>
            </a:r>
          </a:p>
          <a:p>
            <a:pPr>
              <a:defRPr sz="1400" b="0">
                <a:solidFill>
                  <a:srgbClr val="9CA3AF"/>
                </a:solidFill>
              </a:defRPr>
            </a:pPr>
            <a:br/>
            <a:r>
              <a:t>• Challenge: Commercial airlines like IndiGo process millions of passenger transactions daily across dozens of subdomains and flight booking APIs, making them high-priority ransomware targets.</a:t>
            </a:r>
          </a:p>
          <a:p>
            <a:pPr>
              <a:defRPr sz="1400" b="0">
                <a:solidFill>
                  <a:srgbClr val="9CA3AF"/>
                </a:solidFill>
              </a:defRPr>
            </a:pPr>
            <a:br/>
            <a:r>
              <a:t>• VAJRA Action: Continuous parallel monitoring of enterprise domains ('goindigo.in'), auditing SSL certificate validity, open NVD CVEs, and AbuseIPDB indicator scores.</a:t>
            </a:r>
          </a:p>
          <a:p>
            <a:pPr>
              <a:defRPr sz="1400" b="0">
                <a:solidFill>
                  <a:srgbClr val="9CA3AF"/>
                </a:solidFill>
              </a:defRPr>
            </a:pPr>
            <a:br/>
            <a:r>
              <a:t>• Key Result: Detects expired subdomains, untrusted TLS certificates, and unpatched CVE vulnerabilities before cybercriminals launch ransomware or data exfiltration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ENTERPRISE USE CASE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SOC Incident Response &amp; Automated Executive PDF Briefings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⚡ ACCELERATING SOC INVESTIGATIONS &amp; C-SUITE REPORTING</a:t>
            </a:r>
          </a:p>
          <a:p>
            <a:pPr>
              <a:defRPr sz="1400" b="0">
                <a:solidFill>
                  <a:srgbClr val="9CA3AF"/>
                </a:solidFill>
              </a:defRPr>
            </a:pPr>
            <a:br/>
            <a:r>
              <a:t>• Challenge: Security operations analysts waste hours manually querying 8+ different intelligence APIs and formatting static reports for executive leadership during critical incidents.</a:t>
            </a:r>
          </a:p>
          <a:p>
            <a:pPr>
              <a:defRPr sz="1400" b="0">
                <a:solidFill>
                  <a:srgbClr val="9CA3AF"/>
                </a:solidFill>
              </a:defRPr>
            </a:pPr>
            <a:br/>
            <a:r>
              <a:t>• VAJRA Action: Analysts click 'View Details' to inspect domain security across separate browser tabs while leveraging VAJRA's one-click PDF Report engine.</a:t>
            </a:r>
          </a:p>
          <a:p>
            <a:pPr>
              <a:defRPr sz="1400" b="0">
                <a:solidFill>
                  <a:srgbClr val="9CA3AF"/>
                </a:solidFill>
              </a:defRPr>
            </a:pPr>
            <a:br/>
            <a:r>
              <a:t>• Key Result: 90% reduction in investigation time. Instant generation of publication-ready PDF Executive Summaries, Ransomware Reports, and Company Risk Assessments directly from the top navigation 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STRATEGIC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Benefits for CISO &amp; Executive Leadership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🛡️ PROACTIVE RANSOMWARE DEFENSE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Stops initial access by fixing expired TLS certificates, high AbuseIPDB scores, and critical NVD CVEs before encryption happens.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⏱️ 90% ANALYST TIME SAVINGS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Consolidates 9 separate threat intelligence feeds into a single automated dashboard, eliminating manual tool hopping.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📊 C-SUITE BOARDROOM VISIBILITY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Standardized 0-100 Risk Scores and instant one-click PDF exports simplify security presentation to executive boards.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🔗 SUPPLY CHAIN PROTECTION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Continuously audits third-party vendor subdomains and partner infrastructure to prevent supply chain compromise.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CAPABILITIES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VAJRA Platform Core Feature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FEATURE                                        DESCRIPTION                                                             STRATEGIC VALUE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Ransomware Live Radar     : Monitors active RaaS leak sites &amp; victim announcements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NVD CVE Integration       : Maps CVE vulnerabilities &amp; CVSS v3 base scores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5-Tab Domain Inspection   : IP, Threats, CVEs, SSL Audit, DNS Matrix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Live TLS Socket Verification : Direct CA trust store handshake via Certifi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One-Click PDF Export      : Executive, Technical, &amp; Combined PDF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48495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88998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🚀 ENTERPRISE DEPLOYMENT ROADMAP</a:t>
            </a:r>
          </a:p>
          <a:p>
            <a:pPr>
              <a:defRPr sz="1300" b="0">
                <a:solidFill>
                  <a:srgbClr val="9CA3AF"/>
                </a:solidFill>
              </a:defRPr>
            </a:pPr>
            <a:br/>
            <a:r>
              <a:t>• Phase 1: Perimeter Asset Onboarding: Register core enterprise domains, subdomains, and key third-party vendor assets in VAJRA Company Monitoring.</a:t>
            </a:r>
          </a:p>
          <a:p>
            <a:pPr>
              <a:defRPr sz="1300" b="0">
                <a:solidFill>
                  <a:srgbClr val="9CA3AF"/>
                </a:solidFill>
              </a:defRPr>
            </a:pPr>
            <a:br/>
            <a:r>
              <a:t>• Phase 2: SOC Threshold Configuration: Configure automated high-severity alert thresholds and real-time WebSocket notifications.</a:t>
            </a:r>
          </a:p>
          <a:p>
            <a:pPr>
              <a:defRPr sz="1300" b="0">
                <a:solidFill>
                  <a:srgbClr val="9CA3AF"/>
                </a:solidFill>
              </a:defRPr>
            </a:pPr>
            <a:br/>
            <a:r>
              <a:t>• Phase 3: Executive Reporting Integration: Integrate automated one-click PDF reports into monthly C-Suite security reviews and board presentations.</a:t>
            </a:r>
          </a:p>
          <a:p>
            <a:br/>
            <a:pPr algn="ctr">
              <a:defRPr sz="1400" b="1">
                <a:solidFill>
                  <a:srgbClr val="F59E0B"/>
                </a:solidFill>
              </a:defRPr>
            </a:pPr>
            <a:r>
              <a:t>Thank you. Open Floor for Executive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